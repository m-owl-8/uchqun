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097280"/>
            <a:ext cx="3108960" cy="3108960"/>
          </a:xfrm>
          <a:prstGeom prst="ellipse">
            <a:avLst/>
          </a:prstGeom>
          <a:solidFill>
            <a:srgbClr val="2C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91440"/>
            <a:ext cx="457200" cy="457200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777240"/>
            <a:ext cx="237744" cy="237744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96012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UCHQUN PLATFORMASI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Maxsus taʼlim maktablarini raqamli boshqarish tizimi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Rollar boʻyicha taqdimot  ·  2026-yil iyul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2C3A7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818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60120" y="5532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 funksiya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66160" y="47091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2C3A7A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4818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703320" y="5532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roli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47091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2C3A7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4818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46520" y="5532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· 5 interfeys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52560" y="470916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2C3A7A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4818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189720" y="5532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til: oʻzbek · rus · ingliz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haqida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Uchqun — Oʻzbekistonda maxsus taʼlim muassasalarini raqamli boshqarish uchun yaratilgan veb-platforma. U bolani qabul qilishdan tortib individual rivojlanish rejasi, kundalik mashgʻulotlar, ovqatlanish, davomat va ota-onalar bilan muloqotgacha boʻlgan butun jarayonni yagona tizimda birlashtiradi.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rol faqat oʻz vakolat doirasidagi maʼlumotlarni koʻradi, barcha muhim amallar esa oʻzgartirib boʻlmaydigan audit jurnalida qayd etiladi.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ROLLAR IERARXIYASI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</p:spPr>
      </p:sp>
      <p:sp>
        <p:nvSpPr>
          <p:cNvPr id="7" name="Shape 5"/>
          <p:cNvSpPr/>
          <p:nvPr/>
        </p:nvSpPr>
        <p:spPr>
          <a:xfrm>
            <a:off x="1517904" y="417880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432968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Hukumat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4400" y="52760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Respublika / viloyat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843784" y="4636008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081528" y="397764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</p:spPr>
      </p:sp>
      <p:sp>
        <p:nvSpPr>
          <p:cNvPr id="13" name="Shape 10"/>
          <p:cNvSpPr/>
          <p:nvPr/>
        </p:nvSpPr>
        <p:spPr>
          <a:xfrm>
            <a:off x="3776472" y="417880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348" y="4329684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81528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172968" y="52760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maktab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102352" y="4636008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5340096" y="397764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</p:spPr>
      </p:sp>
      <p:sp>
        <p:nvSpPr>
          <p:cNvPr id="19" name="Shape 15"/>
          <p:cNvSpPr/>
          <p:nvPr/>
        </p:nvSpPr>
        <p:spPr>
          <a:xfrm>
            <a:off x="6035040" y="417880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16" y="4329684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0096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Qabulxona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5431536" y="52760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maktab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7360920" y="4636008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7598664" y="397764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</p:spPr>
      </p:sp>
      <p:sp>
        <p:nvSpPr>
          <p:cNvPr id="25" name="Shape 20"/>
          <p:cNvSpPr/>
          <p:nvPr/>
        </p:nvSpPr>
        <p:spPr>
          <a:xfrm>
            <a:off x="8293608" y="417880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484" y="4329684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98664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Tarbiyachi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7690104" y="52760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Oʻz guruhi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9619488" y="4636008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0" name="Shape 24"/>
          <p:cNvSpPr/>
          <p:nvPr/>
        </p:nvSpPr>
        <p:spPr>
          <a:xfrm>
            <a:off x="9857232" y="397764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/>
        </p:spPr>
      </p:sp>
      <p:sp>
        <p:nvSpPr>
          <p:cNvPr id="31" name="Shape 25"/>
          <p:cNvSpPr/>
          <p:nvPr/>
        </p:nvSpPr>
        <p:spPr>
          <a:xfrm>
            <a:off x="10552176" y="417880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3052" y="4329684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57232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9948672" y="52760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oʻz farzandi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960120" cy="960120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971550"/>
            <a:ext cx="480060" cy="4800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20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Hukumat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KIMLAR UCHUN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3136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Vazirlik va viloyat taʼlim boshqarmalari xodimlari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43251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Respublika yoki viloyat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VAZIFA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533095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Maktablar tarmogʻi ustidan davlat nazorati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355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26280" y="640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imkoniyatlar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26280" y="1417320"/>
            <a:ext cx="6903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statistika paneli — maktablar, oʻquvchilar, ogohlantirishlar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Maktablarga rasmiy baho — har chorakda 5 mezon boʻyicha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arizalarini tasdiqlash yoki rad etish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Maktabni arxivlash va qayta faollashtirish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vakolatli ikkilamchi hisoblar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Oʻzgartirib boʻlmaydigan audit jurnali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Sunʼiy intellekt ogohlantirishlari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Viloyatlar kesimida taqqoslash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960120" cy="960120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971550"/>
            <a:ext cx="480060" cy="4800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20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KIMLAR UCHUN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3136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 direktori yoki bosh administrator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43251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maktab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VAZIFA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533095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Kundalik maʼmuriy boshqaruv va ichki nazorat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355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26280" y="640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imkoniyatlar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26280" y="1417320"/>
            <a:ext cx="6903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vaqtdagi boshqaruv paneli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Qabulxona va ota-onalar hisoblarini boshqarish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Hujjatlarni tasdiqlash navbati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orqali ommaviy import — oldindan tekshiruv bilan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monitoringini tasdiqlash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Yozishmalar nazorati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Savat orqali oʻchirilgan hisoblarni tiklash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Hukumat bilan rasmiy yozishma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960120" cy="960120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971550"/>
            <a:ext cx="480060" cy="4800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20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Qabulxona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KIMLAR UCHUN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3136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Kotib va maʼmuriy xodimlar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43251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maktab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VAZIFA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533095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Oilalarni roʻyxatga olish va hujjatlar bilan ishlash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355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26280" y="640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imkoniyatlar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26280" y="1417320"/>
            <a:ext cx="6903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bosqichli oila roʻyxatga olish jarayoni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Bolalar va ota-onalar reyestri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Parolni bir zumda tiklash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Oʻqituvchilarni boshqarish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Guruhlar — sigʻim, yosh, masʼul oʻqituvchi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 hujjatlarini yuklash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Ommaviy amallar va CSV eksport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960120" cy="960120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971550"/>
            <a:ext cx="480060" cy="4800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20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Tarbiyachi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KIMLAR UCHUN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3136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Maxsus taʼlim pedagoglari, guruh rahbarlari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43251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Oʻz guruhi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VAZIFA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533095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Pedagogik jarayon va ota-onalar bilan aloqa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355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26280" y="640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imkoniyatlar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26280" y="1417320"/>
            <a:ext cx="6903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yaratish va yuritish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mezonli rivojlanish baholash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Uzoq va qisqa muddatli maqsadlar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Kundalik (27 band) va haftalik (18 band) jurnallar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Davomat va emotsional monitoring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Ota-onalar bilan real vaqtdagi chat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va video galereya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Ovqatlanish jurnali va terapiya seanslari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960120" cy="960120"/>
          </a:xfrm>
          <a:prstGeom prst="ellipse">
            <a:avLst/>
          </a:prstGeom>
          <a:solidFill>
            <a:srgbClr val="F2A3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971550"/>
            <a:ext cx="480060" cy="4800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20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KIMLAR UCHUN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3136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Ota-onalar va vasiylar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43251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oʻz farzandi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VAZIFA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533095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Farzand rivojlanishini kuzatish va maktab bilan muloqot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355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26280" y="640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imkoniyatlar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26280" y="1417320"/>
            <a:ext cx="6903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Farzand kunining real vaqtdagi paneli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dinamikasi va uy mashqlari tavsiyalari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Ovqatlanish va davomat nazorati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va video galereya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Tarbiyachi bilan chat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 → viloyat → respublika murojaat zinapoyasi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Tarbiyachi va maktabni baholash</a:t>
            </a:r>
            <a:endParaRPr lang="en-US" sz="15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necha farzand orasida almashish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va hisobdorlik kafolatlari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9202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4414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Maʼlumotlar izolyatsiyasi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97280" y="2825496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darajasida: respublika → viloyat → maktab → guruh → oila. Chegaralar tizimning oʻzida qatʼiy bloklangan.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80560" y="1508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/>
        </p:spPr>
      </p:sp>
      <p:sp>
        <p:nvSpPr>
          <p:cNvPr id="9" name="Shape 6"/>
          <p:cNvSpPr/>
          <p:nvPr/>
        </p:nvSpPr>
        <p:spPr>
          <a:xfrm>
            <a:off x="475488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20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4414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Oʻzgarmas audit jurnali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754880" y="2825496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boshqaruv amallari oʻzgartirib va oʻchirib boʻlmaydigan jurnalda — davlat darajasidagi shaffoflik.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5087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202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4414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Erta ogohlantirish tizimi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412480" y="2825496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Sunʼiy intellekt bolalar farovonligidagi xavotirli holatlarni avtomatik aniqlaydi.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2960" y="40690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/>
        </p:spPr>
      </p:sp>
      <p:sp>
        <p:nvSpPr>
          <p:cNvPr id="19" name="Shape 14"/>
          <p:cNvSpPr/>
          <p:nvPr/>
        </p:nvSpPr>
        <p:spPr>
          <a:xfrm>
            <a:off x="1097280" y="4343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4805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50017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Tasdiqlash zanjiri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1097280" y="5385816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— hukumat tasdigʻi, qabulxona xodimi — maktab hujjatlari tasdigʻi orqali faollashadi.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480560" y="40690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/>
        </p:spPr>
      </p:sp>
      <p:sp>
        <p:nvSpPr>
          <p:cNvPr id="24" name="Shape 18"/>
          <p:cNvSpPr/>
          <p:nvPr/>
        </p:nvSpPr>
        <p:spPr>
          <a:xfrm>
            <a:off x="4754880" y="4343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48056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54880" y="50017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parol siyosati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4754880" y="5385816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kirishda majburiy parol almashtirish va muddati cheklangan xavfsiz havolalar.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38160" y="40690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/>
        </p:spPr>
      </p:sp>
      <p:sp>
        <p:nvSpPr>
          <p:cNvPr id="29" name="Shape 22"/>
          <p:cNvSpPr/>
          <p:nvPr/>
        </p:nvSpPr>
        <p:spPr>
          <a:xfrm>
            <a:off x="8412480" y="4343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48056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12480" y="50017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Himoyalangan yozuvlar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8412480" y="5385816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IRR, baholash va monitoringni faqat tarbiyachi kiritadi; oʻchirilgan hisoblar savat orqali tiklanadi.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C3A7A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5760720"/>
            <a:ext cx="365760" cy="365760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Uchqun bolani qabul qilishdan davlat nazoratigacha boʻlgan butun jarayonni bitta zamonaviy, mobil qurilmalarga moslashgan va real vaqtda ishlaydigan tizimda birlashtiradi.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Oʻrnatish talab qilinmaydi — barcha maʼlumotlar ishonchli himoyalangan.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2026-07-22T23:11:29Z</dcterms:created>
  <dcterms:modified xsi:type="dcterms:W3CDTF">2026-07-22T23:11:29Z</dcterms:modified>
</cp:coreProperties>
</file>